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9966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PROJECT FINAL DEFENSE &amp; V2 PLATFORM RELEASE</a:t>
            </a:r>
          </a:p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172A"/>
                </a:solidFill>
                <a:latin typeface="Segoe UI"/>
              </a:rPr>
              <a:t>DeploySafe: Agentic AI Pre-Deployment Risk Platform</a:t>
            </a:r>
          </a:p>
          <a:p>
            <a:pPr algn="l">
              <a:spcAft>
                <a:spcPts val="22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Cross-Boundary Architectural Hazard Detection, Adversarial Reflection &amp; Deterministic Safety Gating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Automating pre-release safety validation across Code, Infrastructure, Configuration, Dependencies, and Test Deficits before shipping to production.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80060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83480"/>
            <a:ext cx="3063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94A3B8"/>
                </a:solidFill>
                <a:latin typeface="Segoe UI"/>
              </a:rPr>
              <a:t>FACULTY MENTORS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Mr. Naveen Singla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475569"/>
                </a:solidFill>
                <a:latin typeface="Segoe UI"/>
              </a:rPr>
              <a:t>&amp; Dr. Kiran Khatter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480060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2856" y="4983480"/>
            <a:ext cx="3063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94A3B8"/>
                </a:solidFill>
                <a:latin typeface="Segoe UI"/>
              </a:rPr>
              <a:t>CORE FOUNDATION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LangGraph + ChromaDB RAG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FastAPI Backend + React/Vite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4800600"/>
            <a:ext cx="3429000" cy="14630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4983480"/>
            <a:ext cx="3063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6A34A"/>
                </a:solidFill>
                <a:latin typeface="Segoe UI"/>
              </a:rPr>
              <a:t>SYSTEM STATUS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6A34A"/>
                </a:solidFill>
                <a:latin typeface="Segoe UI"/>
              </a:rPr>
              <a:t>V2.0 Final Release: PASS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98/98 Tests Passing • 0 Failures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The Pre-Deployment Blind Spot: Why CI/CD Fails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Over 65% of catastrophic production outages pass green through standard unit &amp; lint tests.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Imperative Script Blindness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Standard CI runs tests in isolation (`pytest`, `npm test`) with zero semantic cross-artifact reasoning.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Static linters flag style issues but miss holistic architectural drift.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A PR can have 100% test pass rate while silently breaking Docker port mappings or database connections.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11680"/>
            <a:ext cx="1645920" cy="256032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DC2626"/>
                </a:solidFill>
                <a:latin typeface="Segoe UI"/>
              </a:rPr>
              <a:t>SILOED RUNNERS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78308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62856" y="2011680"/>
            <a:ext cx="2011680" cy="256032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DC2626"/>
                </a:solidFill>
                <a:latin typeface="Segoe UI"/>
              </a:rPr>
              <a:t>SEAM MISMATCHES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237744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Cross-Boundary Breakages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Env Var Mismatches: Code consumes `DATABASE_URL` but Docker Compose defines `DB_URL`.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Security Drift: Hardcoded secrets, unpinned container tags (`:latest`), or containers running as root.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Dependency Vulnerabilities: Direct or transitive packages affected by published CVEs.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78308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11311" y="2011680"/>
            <a:ext cx="2011680" cy="256032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DC2626"/>
                </a:solidFill>
                <a:latin typeface="Segoe UI"/>
              </a:rPr>
              <a:t>LLM HALLUCINATIONS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1" y="237744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The Generic AI Trap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Standard LLMs hallucinate non-existent files, wrong line numbers, and fake security issues.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Single-prompt analysis lacks grounding, verification, and deterministic scoring.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Result: High developer alert fatigue and immediate rejection of ungrounded AI tooling.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DeploySafe Core Architecture &amp; Orchestration Flow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Dynamic planning, parallel domain agents, adversarial reflection, and deterministic scoring.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2374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128016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STAGE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157984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Dynamic Planning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Git diff extraction &amp; AST file discovery.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Secret Redaction pre-scrubbing regex.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Planning Agent dynamically activates domain agents based on touched file types.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Ingestion limits: 2,000 files / 200MB.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5" y="1783080"/>
            <a:ext cx="252374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48456" y="2011680"/>
            <a:ext cx="128016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8456" y="2377440"/>
            <a:ext cx="2157984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Parallel Agents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Code Analysis Agent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Config &amp; Infra Agent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Dependency &amp; CVE Agent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Test Path Analysis Agent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Security &amp; IAM Agent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ChromaDB Vector RAG context injection.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1" y="1783080"/>
            <a:ext cx="252374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2011680"/>
            <a:ext cx="1645920" cy="256032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E22CE"/>
                </a:solidFill>
                <a:latin typeface="Segoe UI"/>
              </a:rPr>
              <a:t>STAGE 3 (CORE)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377440"/>
            <a:ext cx="2157984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Critic Reflection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Adversarial verification of all candidate findings.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Physical File Existence check.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Line Bounds Range validation.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Literal Code Snippet matching.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Segoe UI"/>
              </a:rPr>
              <a:t>• Drops hallucinations to 0.0% false positives.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688" y="1783080"/>
            <a:ext cx="252374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16567" y="2011680"/>
            <a:ext cx="128016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STAGE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6567" y="2377440"/>
            <a:ext cx="2157984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Gating &amp; Output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Deterministic 0–100 mathematical risk scoring.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Automated Gate: ALLOWED, REVIEW_REQUIRED, BLOCKED.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Fingerprint Diff engine.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Emits CLI exit codes &amp; CI status.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Specialized Domain Agents: Targeted Hazard Detection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Each agent is bound to a strict persona, deterministic toolset, and structured output schema.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06324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1. Code Analysis Agent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Evaluates AST, structural code smells, unhandled async exceptions, resource leaks.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Analyzes commit diff additions/deletions against full file context.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783080"/>
            <a:ext cx="34290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2856" y="1965960"/>
            <a:ext cx="306324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2. Config &amp; Infra Agent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Validates Dockerfile, docker-compose.yml, K8s manifests, and .env files.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Detects unpinned tags, root users, debug flags enabled in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783080"/>
            <a:ext cx="34290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1965960"/>
            <a:ext cx="306324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3. Dependency &amp; CVE Agent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Scans requirements.txt, package.json, pyproject.toml, Pipfile.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Cross-references advisory databases for known CVEs and breaking deprecations.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52486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51960"/>
            <a:ext cx="4882896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4. Test Path &amp; Coverage Agent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Identifies untested critical execution paths touched in diffs (e.g. auth, billing, payment tokens).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Verifies that high-risk modified functions have corresponding test assertions.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069080"/>
            <a:ext cx="52486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4251960"/>
            <a:ext cx="4882896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5. Security &amp; IAM Agent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Detects accidental cloud credentials (AWS, GCP, Azure, DB passwords, JWT secrets).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Identifies insecure CORS wildcard origins, SQL injection risk, and missing rate limiters.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Eliminating AI Hallucinations: Adversarial Critic Agent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How DeploySafe achieves 100% evidence validity and 0.0% false positives on clean baselines.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The 4-Point Physical Verification Gate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Every finding emitted by an agent must survive strict physical inspection by the Critic Agent (`critic_agent.py`):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1. File Existence: Does the file actually exist in the repository filesystem? If not -&gt; REJECT.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2. Line Number Bounds: Is the reported line number valid within 1 to Total File Lines? If out-of-bounds -&gt; REJECT.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3. Literal Code Match: Does the provided code snippet exist in the physical file at that location? If mismatched -&gt; REJECT.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4. Evidence Grounding: Is the finding a real deployment hazard or trivial style nitpick? If nitpick -&gt; REJECT.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242255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6634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Benchmark Results on Clean Repo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Unvalidated Candidate Findings: 3 findings generated by raw LLM prompts.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DC2626"/>
                </a:solidFill>
                <a:latin typeface="Segoe UI"/>
              </a:rPr>
              <a:t>• Critic Filter Verdict: All 3 ungrounded findings dropped due to snippet mismatch.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6A34A"/>
                </a:solidFill>
                <a:latin typeface="Segoe UI"/>
              </a:rPr>
              <a:t>• Final Verified Findings on Clean Baseline: 0</a:t>
            </a:r>
          </a:p>
          <a:p>
            <a:pPr algn="l">
              <a:spcAft>
                <a:spcPts val="1600"/>
              </a:spcAft>
            </a:pPr>
            <a:r>
              <a:rPr sz="1400" b="1">
                <a:solidFill>
                  <a:srgbClr val="16A34A"/>
                </a:solidFill>
                <a:latin typeface="Segoe UI"/>
              </a:rPr>
              <a:t>• Final False Positive Rate: 0.0%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Key Takeaway: The Critic reflection step is what transforms DeploySafe from an untrusted toy into a robust production-grade safety gate.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011680"/>
            <a:ext cx="2286000" cy="27432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6A34A"/>
                </a:solidFill>
                <a:latin typeface="Segoe UI"/>
              </a:rPr>
              <a:t>EMPIRICAL BENCHMARK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Retrieval-Augmented Generation (RAG) Architecture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ChromaDB vector store providing repository-level architectural context to domain agents.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Document Chunking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Chunks READMEs, architecture guides, runbooks, and API specs.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Primary Embedding: Google `text-embedding-004` (768 dimensions).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Fallback: Local deterministic hashing embedding when API is offline.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INGESTION &amp; EMBED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78308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62856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PERSISTENCE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237744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ChromaDB Store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Isolated Chroma collection per repository ID.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Cosine similarity search with metadata filtering (`file_path`, `type`).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Query latency: &lt; 45ms per top-k retrieval.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78308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11311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GROUNDING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1" y="237744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Context Injection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Agents receive architectural context before analyzing diffs.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Example: Knowing that `auth_service` requires strict JWT validation according to `docs/architecture.md`.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Prevents false positives where unconventional code is intentional per architecture.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Mathematical Deterministic Risk Engine &amp; Gate Policy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Transparent, calibrated scoring formula replacing black-box AI sentiment.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84632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Deterministic Scoring Formulation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Risk score is calculated as a calibrated sum of validated findings capped at 100: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Zero Black-Box Guesswork: The exact same findings always yield the exact same score across runs.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926080"/>
            <a:ext cx="484632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017520"/>
            <a:ext cx="4572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E3A8A"/>
                </a:solidFill>
                <a:latin typeface="Consolas"/>
              </a:rPr>
              <a:t>Risk Score = Min(100, Σ (Weight_i * Count_i))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Consolas"/>
              </a:rPr>
              <a:t>• CRITICAL finding : 35 points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Consolas"/>
              </a:rPr>
              <a:t>• HIGH finding     : 25 points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Consolas"/>
              </a:rPr>
              <a:t>• MEDIUM finding   : 15 points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onsolas"/>
              </a:rPr>
              <a:t>• LOW finding      :  7 points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242255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Automated Gate Thresholds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468880"/>
            <a:ext cx="4693615" cy="10058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560320"/>
            <a:ext cx="4389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A34A"/>
                </a:solidFill>
                <a:latin typeface="Segoe UI"/>
              </a:rPr>
              <a:t>ALLOWED (Deploy Permitted)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Score &lt; 40 and Critical = 0 and High = 0. Clean CI pass.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3611880"/>
            <a:ext cx="4693615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703320"/>
            <a:ext cx="4389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Segoe UI"/>
              </a:rPr>
              <a:t>REVIEW_REQUIRED (Manual Signoff Needed)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Score between 40 and 69 or High &lt;= 2. Engineering lead signoff required.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4754880"/>
            <a:ext cx="4693615" cy="10058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4846320"/>
            <a:ext cx="4389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DC2626"/>
                </a:solidFill>
                <a:latin typeface="Segoe UI"/>
              </a:rPr>
              <a:t>BLOCKED (Deploy Halted)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Score &gt;= 70 or Critical &gt;= 1. Hard stop in CI/CD pipeline.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DeploySafe V2 (Phase 7): Enterprise Reliability &amp; Intelligence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Post-release enhancements: repository-level governance, blast radius, and historical analytics.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2374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V2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157984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deploysafe.yml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Version-controlled repo-level configuration.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Custom thresholds (`fail_threshold`, `critical_limit`).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Path exclusions &amp; custom gating overrides.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Segoe UI"/>
              </a:rPr>
              <a:t>• Path traversal &amp; shell injection protection.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5" y="1783080"/>
            <a:ext cx="252374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48456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V2 BLAST RADIUS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8456" y="2377440"/>
            <a:ext cx="2157984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Change Impact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Maps diffs to structural blast radius (CRITICAL to LOW).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Flags affected architectural layers (DB, Auth, Docker).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Generates mandatory verification checks.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Segoe UI"/>
              </a:rPr>
              <a:t>• Latency: 8.4ms deterministic execution.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1" y="1783080"/>
            <a:ext cx="252374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V2 ANALYTICS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377440"/>
            <a:ext cx="2157984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History Trends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Multi-run timeline analytics per repository.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Recurring issue detection across commits.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Gate pass/fail block rates.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Resolution velocity tracking.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688" y="1783080"/>
            <a:ext cx="252374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16567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V2 REMEDIATION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6567" y="2377440"/>
            <a:ext cx="2157984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Patch Preview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Standard unified diff (`diff -u`) generation.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Non-destructive read-only proposals.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DC2626"/>
                </a:solidFill>
                <a:latin typeface="Segoe UI"/>
              </a:rPr>
              <a:t>• Mandatory human approval banner.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Zero automated commits without signoff.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Human-in-the-Loop Safe Remediation: No Autonomous Writes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Why DeploySafe strictly isolates AI suggestions from autonomous production commits.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The Dangers of Autonomous Code Writes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Allowing AI agents to commit code directly into deployment branches creates unacceptable enterprise risks: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DC2626"/>
                </a:solidFill>
                <a:latin typeface="Segoe UI"/>
              </a:rPr>
              <a:t>• Supply Chain Vulnerability: Malicious pull requests or prompt injections could trick agents into injecting backdoors.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Semantic Regressions: AI fixes may resolve a lint or type error but subtly break runtime business logic.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Developer Disempowerment: Engineers must retain ownership and accountability over all code pushed to production.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242255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6634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Actionable Unified Diff Previews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1. Standard Unified Diff Output: Formatted exactly like `git diff` with line offsets (`@@ -x,y +a,b @@`).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2. Syntax Colored UI: Additions rendered in green, removals in red, right inside the web findings modal.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3. Explicit Safety Disclaimer: Clearly labeled with amber banner requiring developer testing prior to merge.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6A34A"/>
                </a:solidFill>
                <a:latin typeface="Segoe UI"/>
              </a:rPr>
              <a:t>4. One-Click Copy: Engineers copy the patch, test locally, and commit with human provenance.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011680"/>
            <a:ext cx="2286000" cy="2743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DEPLOYSAFE PROTOCOL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Empirical Evaluation: Zero False Positives &amp; Verified Metrics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Rigorous benchmarking across 5 test repositories and 98 automated unit/integration tests.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23744" cy="14630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2157984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6A34A"/>
                </a:solidFill>
                <a:latin typeface="Segoe UI"/>
              </a:rPr>
              <a:t>FALSE POSITIVE RATE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16A34A"/>
                </a:solidFill>
                <a:latin typeface="Segoe UI"/>
              </a:rPr>
              <a:t>0.0%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Zero phantom findings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5" y="1783080"/>
            <a:ext cx="2523744" cy="14630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6" y="1965960"/>
            <a:ext cx="2157984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6A34A"/>
                </a:solidFill>
                <a:latin typeface="Segoe UI"/>
              </a:rPr>
              <a:t>EVIDENCE VALIDITY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16A34A"/>
                </a:solidFill>
                <a:latin typeface="Segoe UI"/>
              </a:rPr>
              <a:t>100.0%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All grounded in physical files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1" y="1783080"/>
            <a:ext cx="2523744" cy="14630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965960"/>
            <a:ext cx="2157984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Segoe UI"/>
              </a:rPr>
              <a:t>DETECTION RECALL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2563EB"/>
                </a:solidFill>
                <a:latin typeface="Segoe UI"/>
              </a:rPr>
              <a:t>80.0%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4/5 target cases detected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783080"/>
            <a:ext cx="2523744" cy="14630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16567" y="1965960"/>
            <a:ext cx="2157984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6A34A"/>
                </a:solidFill>
                <a:latin typeface="Segoe UI"/>
              </a:rPr>
              <a:t>REGRESSION SUITE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16A34A"/>
                </a:solidFill>
                <a:latin typeface="Segoe UI"/>
              </a:rPr>
              <a:t>98 / 98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100% pass in 67.89s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74720"/>
            <a:ext cx="10728655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7600"/>
            <a:ext cx="101498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Evaluation Benchmark Breakdown Across Physical Test Repositories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EVAL-01: Config Risk: Unpinned container tag &amp; production debug flag -&gt; Expected: CRITICAL / HIGH -&gt; Status: PASS (Detected immediately)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EVAL-02: Secret Leak: Plaintext AWS &amp; PostgreSQL credentials exposed -&gt; Expected: CRITICAL -&gt; Status: PASS (Pre-scrubbed &amp; flagged)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EVAL-03: Dependency CVE: Vulnerable PyYAML &amp; requests with known CVEs -&gt; Expected: HIGH -&gt; Status: PASS (Advisory matched)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EVAL-04: Test Deficit: Untested payment / auth sensitive transaction logic -&gt; Expected: MEDIUM -&gt; Status: PASS (Missing test alert)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EVAL-05: Clean Baseline: Production-hardened repository with zero hazards -&gt; Expected: NONE (Clean) -&gt; Status: PASS (0 false positives (Clean))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Production System Implementation &amp; Developer Experience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Clean full-stack delivery: FastAPI, React 18 / Vite SPA, CLI, and GitHub 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WEB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React 18 + Tailwind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Real-time SSE streaming for live agent step progress.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Interactive Findings filter by severity &amp; category.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Run Fingerprint comparison diff view.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V2 Change Impact &amp; Patch Preview modals.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Segoe UI"/>
              </a:rPr>
              <a:t>• 0 TypeScript errors; bundle built in 1m 41s.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78308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62856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BACKEND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237744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FastAPI Service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Asynchronous LangGraph pipeline execution.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Ingestion of local repositories and Git clones.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REST endpoints for runs, findings, impact, analytics.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Sub-second response times for cached reports.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78308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11311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CI/CD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1" y="237744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CLI &amp; GitHub Action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`deploysafe` CLI command-line tool.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Emits ANSI colored summaries and exit codes (`0` pass, `1` blocked).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Seamless GitHub Action integration for pull request gating.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Directly blocks unsafe PR merges.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Viva Defense Summary &amp; Project Conclusion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Transforming pre-deployment safety validation through grounded, verifiable Agentic AI.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Core Academic &amp; Technical Contributions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1. Cross-Boundary Seam Detection: Proved that multi-agent synthesis detects configuration and infrastructure hazards that bypass traditional CI test suites.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2. Grounded Reflection Architecture: Demonstrated that adversarial Critic reflection completely eliminates false positives (0.0% on clean baseline).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3. Deterministic Safety Gating: Replaced ungrounded sentiment with reproducible 0–100 mathematical risk scoring and automated gate policies.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4. V2 Enterprise Capabilities: Added repo governance (`deploysafe.yml`), deterministic blast radius (8.4ms), and human-approved patch diffs.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242255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6634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Project Completion Summary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• Mentors: Sincere gratitude to Mr. Naveen Singla &amp; Dr. Kiran Khatter for architectural direction and guidance.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Versioning: v1.0.0 Final Academic Release preserved under Git Tag `v1.0.0-final-submission` (`commit 42222be`).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• V2 Status: Phase 7 Completed with 98/98 tests passing.</a:t>
            </a: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• Documentation: Complete Viva Guide, Demo Scripts, Architecture Docs, and Contribution Matrix verified.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Thank you. Questions &amp; Technical Demonstration Welcome.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011680"/>
            <a:ext cx="2286000" cy="2743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Segoe UI"/>
              </a:rPr>
              <a:t>PROJECT DELIVERABLES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