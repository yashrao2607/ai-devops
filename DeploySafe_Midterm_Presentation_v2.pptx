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Good morning Professor. Today we present DeploySafe, an AI-powered deployment readiness platform.</a:t>
            </a:r>
          </a:p>
          <a:p>
            <a:pPr>
              <a:defRPr sz="1100"/>
            </a:pPr>
            <a:r>
              <a:t>• DeploySafe analyzes software repositories before release to detect deployment-blocking risks that traditional CI tests miss.</a:t>
            </a:r>
          </a:p>
          <a:p>
            <a:pPr>
              <a:defRPr sz="1100"/>
            </a:pPr>
            <a:r>
              <a:t>• It evaluates code changes, deployment configurations, dependencies, and documentation in unison.</a:t>
            </a:r>
          </a:p>
          <a:p>
            <a:pPr>
              <a:defRPr sz="1100"/>
            </a:pPr>
            <a:r>
              <a:t>• All findings are validated by an adversarial Critic agent and scored with a deterministic risk engine.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Why is this problem best solved by Agentic AI rather than standard static analysis?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Static analysis checks individual files for syntax and stylistic rules in isolation. DeploySafe uses specialized agents to correlate human intent in documentation with deployment manifests, catching cross-file misconfigurations.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Every engineering team experiences green CI builds that immediately fail when deployed to production.</a:t>
            </a:r>
          </a:p>
          <a:p>
            <a:pPr>
              <a:defRPr sz="1100"/>
            </a:pPr>
            <a:r>
              <a:t>• Traditional pipelines execute tests and builds, but they do not reason about cross-file configuration mismatches.</a:t>
            </a:r>
          </a:p>
          <a:p>
            <a:pPr>
              <a:defRPr sz="1100"/>
            </a:pPr>
            <a:r>
              <a:t>• For example, code can pass 100% of unit tests while docker-compose is missing a required database service.</a:t>
            </a:r>
          </a:p>
          <a:p>
            <a:pPr>
              <a:defRPr sz="1100"/>
            </a:pPr>
            <a:r>
              <a:t>• DeploySafe bridges this gap by analyzing the systemic deployment context across code, config, and docs.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Why don't staging environments catch these problems?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Staging catches only scenarios exercised by scripted integration tests. It misses unpinned dependencies, silent config drift, and missing documentation requirements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We want to emphasize clearly: DeploySafe does not attempt to replace GitHub Actions, GitLab CI, or Jenkins.</a:t>
            </a:r>
          </a:p>
          <a:p>
            <a:pPr>
              <a:defRPr sz="1100"/>
            </a:pPr>
            <a:r>
              <a:t>• CI/CD is an execution engine. It asks 'Did the tests pass?'</a:t>
            </a:r>
          </a:p>
          <a:p>
            <a:pPr>
              <a:defRPr sz="1100"/>
            </a:pPr>
            <a:r>
              <a:t>• DeploySafe is an analytical intelligence layer. It asks 'Is this change safe to deploy?'</a:t>
            </a:r>
          </a:p>
          <a:p>
            <a:pPr>
              <a:defRPr sz="1100"/>
            </a:pPr>
            <a:r>
              <a:t>• By analyzing context and cross-file relationships, DeploySafe complements standard pipelines.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Does DeploySafe slow down the development workflow?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No. In our tested runs, full multi-agent analysis, Critic validation, and scoring complete in under 2.5 seconds on typical repository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Here is the high-level data flow through the DeploySafe pipeline.</a:t>
            </a:r>
          </a:p>
          <a:p>
            <a:pPr>
              <a:defRPr sz="1100"/>
            </a:pPr>
            <a:r>
              <a:t>• First, the repository is ingested and indexed into ChromaDB for semantic retrieval.</a:t>
            </a:r>
          </a:p>
          <a:p>
            <a:pPr>
              <a:defRPr sz="1100"/>
            </a:pPr>
            <a:r>
              <a:t>• Specialized domain agents analyze code, configuration, dependencies, tests, and documentation in parallel.</a:t>
            </a:r>
          </a:p>
          <a:p>
            <a:pPr>
              <a:defRPr sz="1100"/>
            </a:pPr>
            <a:r>
              <a:t>• Candidate findings are submitted to the Critic agent for physical verification before the Risk Engine calculates the score.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What happens if an agent suggests a finding that does not exist in the code?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The Critic reads the actual target file on disk. If the cited line does not exist or the evidence is invalid, the Critic rejects the finding with a detailed reason, preventing hallucinated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Why use multiple agents instead of one large prompt? Because deployment readiness spans heterogeneous domains.</a:t>
            </a:r>
          </a:p>
          <a:p>
            <a:pPr>
              <a:defRPr sz="1100"/>
            </a:pPr>
            <a:r>
              <a:t>• A prompt loaded with Docker syntax, Python ASTs, and package manifests suffers from attention loss.</a:t>
            </a:r>
          </a:p>
          <a:p>
            <a:pPr>
              <a:defRPr sz="1100"/>
            </a:pPr>
            <a:r>
              <a:t>• DeploySafe divides work into 6 specialized domain agents that execute in parallel.</a:t>
            </a:r>
          </a:p>
          <a:p>
            <a:pPr>
              <a:defRPr sz="1100"/>
            </a:pPr>
            <a:r>
              <a:t>• All findings must be approved by the Critic agent, ensuring every finding is backed by physical evidence.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How are the agents orchestrated?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The Orchestrator inspects the repository's technology stack (e.g. Python, Docker, Node) and dispatches independent domain agents concurrently using a thread pool before aggregating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This slide demonstrates the real power of RAG in DeploySafe.</a:t>
            </a:r>
          </a:p>
          <a:p>
            <a:pPr>
              <a:defRPr sz="1100"/>
            </a:pPr>
            <a:r>
              <a:t>• Traditional linters only see syntax. They don't know what external services the developer intended to run.</a:t>
            </a:r>
          </a:p>
          <a:p>
            <a:pPr>
              <a:defRPr sz="1100"/>
            </a:pPr>
            <a:r>
              <a:t>• Here, our RAG agent retrieved documentation from README.md specifying that Redis is required for sessions.</a:t>
            </a:r>
          </a:p>
          <a:p>
            <a:pPr>
              <a:defRPr sz="1100"/>
            </a:pPr>
            <a:r>
              <a:t>• The Config Agent cross-referenced docker-compose.yml, discovered Redis was missing, and flagged a High-severity crash risk.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What happens if a repository has no documentation?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DeploySafe continues operating cleanly. Agents fall back to static code inspection and configuration manifests, while the Documentation RAG agent gracefully reports no indexed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A critical design choice in DeploySafe is the strict separation between AI reasoning and risk scoring.</a:t>
            </a:r>
          </a:p>
          <a:p>
            <a:pPr>
              <a:defRPr sz="1100"/>
            </a:pPr>
            <a:r>
              <a:t>• The LLM is responsible for identifying potential issues based on repository evidence.</a:t>
            </a:r>
          </a:p>
          <a:p>
            <a:pPr>
              <a:defRPr sz="1100"/>
            </a:pPr>
            <a:r>
              <a:t>• The Critic verifies that the cited file and lines physically exist on disk.</a:t>
            </a:r>
          </a:p>
          <a:p>
            <a:pPr>
              <a:defRPr sz="1100"/>
            </a:pPr>
            <a:r>
              <a:t>• Finally, deterministic Python code calculates the risk score using fixed severity weights and confidence factors.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Can the LLM hallucinate a risk score of 95?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No. The LLM never outputs numbers or risk scores. Risk scores are calculated deterministically by pure Python arithmetic based on verified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This slide showcases the actual running DeploySafe web console built in React, TypeScript, and Tailwind CSS.</a:t>
            </a:r>
          </a:p>
          <a:p>
            <a:pPr>
              <a:defRPr sz="1100"/>
            </a:pPr>
            <a:r>
              <a:t>• Engineers can review the overall risk score hero, inspect severity breakdowns, and see real-time pipeline status.</a:t>
            </a:r>
          </a:p>
          <a:p>
            <a:pPr>
              <a:defRPr sz="1100"/>
            </a:pPr>
            <a:r>
              <a:t>• Each finding links directly to the source file, line numbers, and actionable remediation instructions.</a:t>
            </a:r>
          </a:p>
          <a:p>
            <a:pPr>
              <a:defRPr sz="1100"/>
            </a:pPr>
            <a:r>
              <a:t>• Our run telemetry tracks per-agent duration, finding counts, and Critic validation rates.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How does the frontend communicate with the backend?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The React frontend communicates with our FastAPI REST gateway via typed API endpoints, supporting real-time status polling during analysis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Rather than showing abstract phase names, this slide details our completed capabilities by functional area.</a:t>
            </a:r>
          </a:p>
          <a:p>
            <a:pPr>
              <a:defRPr sz="1100"/>
            </a:pPr>
            <a:r>
              <a:t>• Everything on this slide is implemented, tested, and operational today.</a:t>
            </a:r>
          </a:p>
          <a:p>
            <a:pPr>
              <a:defRPr sz="1100"/>
            </a:pPr>
            <a:r>
              <a:t>• We have 62 passing automated tests covering our API, RAG store, agents, Critic, and Risk Engine.</a:t>
            </a:r>
          </a:p>
          <a:p>
            <a:pPr>
              <a:defRPr sz="1100"/>
            </a:pPr>
            <a:r>
              <a:t>• The system supports multiple LLM providers, including Groq for fast inference and a local mock for offline testing.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What is the test coverage of the backend?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Our test suite includes 62 unit and integration tests covering the ingestion pipeline, Chroma storage, agent orchestration, Critic validation, and the mathematical risk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200"/>
            </a:pPr>
            <a:r>
              <a:t>TALKING POINTS:</a:t>
            </a:r>
          </a:p>
          <a:p>
            <a:pPr>
              <a:defRPr sz="1100"/>
            </a:pPr>
            <a:r>
              <a:t>• We will now transition to the live demonstration of DeploySafe running on our evaluation repository.</a:t>
            </a:r>
          </a:p>
          <a:p>
            <a:pPr>
              <a:defRPr sz="1100"/>
            </a:pPr>
            <a:r>
              <a:t>• We will trigger an analysis run, watch the agents execute, inspect findings, and review the risk score.</a:t>
            </a:r>
          </a:p>
          <a:p>
            <a:pPr>
              <a:defRPr sz="1100"/>
            </a:pPr>
            <a:r>
              <a:t>• Following the demo, we are excited to expand DeploySafe into GitHub Actions and PR commenting bots in Phase 5.</a:t>
            </a:r>
          </a:p>
          <a:p>
            <a:pPr>
              <a:defRPr sz="1100"/>
            </a:pPr>
            <a:r>
              <a:t>• Thank you Professor, and we are ready for your questions.</a:t>
            </a:r>
          </a:p>
          <a:p>
            <a:br/>
            <a:pPr>
              <a:defRPr b="1" sz="1200"/>
            </a:pPr>
            <a:r>
              <a:t>LIKELY PROFESSOR QUESTION:</a:t>
            </a:r>
          </a:p>
          <a:p>
            <a:pPr>
              <a:defRPr sz="1100"/>
            </a:pPr>
            <a:r>
              <a:t>How will GitHub Actions integration work in Phase 5?</a:t>
            </a:r>
          </a:p>
          <a:p>
            <a:br/>
            <a:pPr>
              <a:defRPr b="1" sz="1200"/>
            </a:pPr>
            <a:r>
              <a:t>CONCISE ANSWER:</a:t>
            </a:r>
          </a:p>
          <a:p>
            <a:pPr>
              <a:defRPr sz="1100"/>
            </a:pPr>
            <a:r>
              <a:t>DeploySafe will run as a containerized action triggered on pull_request events, analyzing the git diff against the target branch and posting a risk summary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DEPLOYSAFE</a:t>
            </a:r>
          </a:p>
          <a:p>
            <a:pPr algn="l">
              <a:spcAft>
                <a:spcPts val="1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Deployment Readiness Analysis Before Release</a:t>
            </a:r>
          </a:p>
          <a:p>
            <a:pPr algn="l">
              <a:spcAft>
                <a:spcPts val="32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An intelligent analysis layer that identifies cross-domain deployment risks across code, configurations, dependencies, and documentation.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Agentic AI  ·  CSE3101  ·  Midterm Presentation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Team DeploySafe  ·  Evaluation Repository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09728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34440"/>
            <a:ext cx="50292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5349240"/>
            <a:ext cx="5029200" cy="27432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Actual DeploySafe Console  ·  Deterministic Risk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A Passing Pipeline Doesn't Tell the Whole Story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Standard CI/CD checks whether code compiles and passes unit tests—not whether it is safe to deploy.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TRADITIONAL RELEASE PIPELINE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Code Change    →    Unit Tests (Passed)    →    Container Build    →    Production Deployment (Outage)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C2626"/>
                </a:solidFill>
                <a:latin typeface="Segoe UI"/>
              </a:rPr>
              <a:t>Blind spot: Unit tests pass completely while environment configurations and service dependencies are broken.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01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Configuration Mismatch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Documentation specifies Redis for session storage, but Redis is completely missing from docker-compose.yml.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Impact: Deployment fails on container boot.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310896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3291840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02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Dependency Drift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Unpinned package versions or missing native build dependencies in requirements.txt.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Impact: Build succeeds locally but crashes in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10896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3291840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03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Missing Environment Variables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Source code expects runtime secrets or port configurations that were never declared in deployment manifests.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Impact: Application throws unhandled 500 crashes.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DeploySafe Adds an Analysis Layer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DeploySafe does not replace CI/CD—it analyzes the change before production release.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CI / CD PIPELINES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Executes Predefined Checks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• Runs pre-programmed test suites and builds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• Checks binary exit codes (0 = Success, 1 = Failure)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• Operates on single files without architectural context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• Cannot read documentation or correlate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74519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DEPLOYSAFE INTELLIGENCE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Analyzes Deployment Readiness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• Correlates code changes against deployment manifests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Retrieves architectural intent from docs via vector RAG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• Critic verifies physical evidence on repository disk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Computes a deterministic 0–100 risk score with fixes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728655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THE COMBINED WORKFLOW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Repository Change    →    [ CI / CD Pipeline   +   DeploySafe Analysis ]    →    Deterministic Risk Score +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How DeploySafe Works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An end-to-end pipeline from repository ingestion to deterministic risk scoring.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600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1325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01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Repository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Code, config, tests,
and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3566160"/>
            <a:ext cx="22494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6662" y="2194560"/>
            <a:ext cx="1600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3822" y="2423160"/>
            <a:ext cx="1325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02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Context &amp; RAG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Discovers files and indexes
architectural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862" y="3566160"/>
            <a:ext cx="22494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804" y="2194560"/>
            <a:ext cx="1600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8964" y="2423160"/>
            <a:ext cx="1325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03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Agents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Specialized agents analyze
technical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2004" y="3566160"/>
            <a:ext cx="22494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6947" y="2194560"/>
            <a:ext cx="160020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4107" y="2423160"/>
            <a:ext cx="1325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04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Critic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Checks findings against
actual disk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7147" y="3566160"/>
            <a:ext cx="22494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2089" y="2194560"/>
            <a:ext cx="160020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9249" y="2423160"/>
            <a:ext cx="1325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05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Risk Engine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Calculates deterministic
0–100 risk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2289" y="3566160"/>
            <a:ext cx="22494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7232" y="2194560"/>
            <a:ext cx="1600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2423160"/>
            <a:ext cx="1325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06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Result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Actionable findings with
line numbers and fixes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62895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Key Architectural Principle: LLMs propose candidate findings; the Critic and Risk Engine enforce strict evidence and deterministic scoring.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Why Multiple Agents?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Each agent focuses on one type of repository evidence, allowing focused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645920"/>
            <a:ext cx="43278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755648"/>
            <a:ext cx="39620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Orchestrator Agent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Inspects tech stack · Plans domain tasks · Runs agents in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Code Agent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Analyzes source code changes, error handling, and runtime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697480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83464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Config Agent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Inspects Dockerfiles, compose specs, and environment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697480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83464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Dependency Agent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Audits package manifests, unpinned versions, and supply chain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Test Agent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Reviews test suite coverage, skipped tests, and deployment relevance.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886200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02336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Documentation RAG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Queries architectural requirements and deployment instructions.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886200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02336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Security Agent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Scans for committed secrets, permissive keys, and security flags.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66360"/>
            <a:ext cx="10728655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101800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Critic Agent &amp; Validation Gate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All 6 domain agents submit findings to the Critic. The Critic verifies line existence, checks false positive heuristics, and deduplicates findings before passing them to the Risk Engine.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The AI Uses Repository Context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RAG bridges the gap between written developer documentation and deployment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657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SEMANTIC RETRIEVAL PIPELINE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1. Ingestion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Parses README, docs, guides, and configs.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2. Chunking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Splits markdown into header-aware sections.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3. Embeddings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Generates dense semantic vector embeddings.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4. ChromaDB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Stores vectors locally with line metadata.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5. Agent Query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Agents query context via similarity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6339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810512"/>
            <a:ext cx="588233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REAL REPOSITORY EXAMPLE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Documentation Context vs. Deployment Manifest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75569"/>
                </a:solidFill>
                <a:latin typeface="Segoe UI"/>
              </a:rPr>
              <a:t>1. Retrieved Architectural Intent (README.md, lines 18–22):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"DeploySafe demo requires an active Redis cache service for distributed session storage (REDIS_URL=redis://redis:6379/0)."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75569"/>
                </a:solidFill>
                <a:latin typeface="Segoe UI"/>
              </a:rPr>
              <a:t>2. Inspected Deployment Manifest (docker-compose.yml, lines 1–15):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services:
  web:
    build: .
    ports: ['8000:8000']
    # Redis service completely omitted from compose specification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3. Critic-Validated Finding &amp; Risk Impact: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High Severity: Missing Redis container definition. Web service will crash on initial boot when resolving session cache endpoint.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From Finding to Risk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Findings are backed by exact source lines, and risk is calculated deterministically.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803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STAGE 1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Candidate Finding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475569"/>
                </a:solidFill>
                <a:latin typeface="Segoe UI"/>
              </a:rPr>
              <a:t>LLM Proposal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The specialized agent identifies a potential problem.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Category: Configuration Drift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Title: Missing Redis Service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Agent: Config Analysis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Confidence: 0.90 (High certainty)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803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STAGE 2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Physical Verification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475569"/>
                </a:solidFill>
                <a:latin typeface="Segoe UI"/>
              </a:rPr>
              <a:t>Critic Verification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The Critic checks the actual repository disk.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Target File: docker-compose.yml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Line Reference: Lines 1–15 checked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Heuristic Check: No false-positive flags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Validation Status: VALIDATED (Approved)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28800"/>
            <a:ext cx="28803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STAGE 3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Risk Calculation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475569"/>
                </a:solidFill>
                <a:latin typeface="Segoe UI"/>
              </a:rPr>
              <a:t>Deterministic Engine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The Risk Engine computes the score with zero AI.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Severity Base: HIGH: 25.0 points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Confidence Factor: 0.90 weight applied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Impact Factor: 1.0 (Runtime critical)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Final Contribution: +22.5 Risk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Mathematical Safety Guarantee: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LLMs propose findings. The Critic verifies physical evidence. The Risk Engine calculates the 0–100 score mathematically. An LLM never generates the risk score directly.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The Working Product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A clean web console for reviewing deployment risks, evidence, and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55648"/>
            <a:ext cx="3118104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Risk Overview Dashboard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100/100 risk score hero, severity cards, and Critic audit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755648"/>
            <a:ext cx="3118104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8576" y="43891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Findings Directory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Line-accurate evidence, confidence metrics, and score contributions.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analy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755648"/>
            <a:ext cx="3118104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02752" y="43891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Real-Time Execution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Multi-agent parallel execution timeline and runtime telemetry.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What Is Working Today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Core capabilities implemented and verified across Phases 1 through 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10512"/>
            <a:ext cx="4663440" cy="1783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01  ·  Core Foundation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FastAPI REST service with typed Pydantic models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React 19 + TypeScript + Tailwind CSS web console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Multi-provider LLM abstraction (OpenAI, Groq, Mock)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62 automated unit and integration 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810512"/>
            <a:ext cx="4663440" cy="1783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02  ·  Repository Understanding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Recursive AST and safe repository file-tree parsing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Markdown chunking with line number preservation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ChromaDB persistent vector store with cosine search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Semantic context retrieval for specialized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96511"/>
            <a:ext cx="4663440" cy="1783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03  ·  Multi-Agent Engine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CrewAI orchestration with parallel domain tasks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6 specialized domain agents + Orchestrator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Typed inspection tools (file reader, diff, grep)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Critic validation agent &amp; semantic deduplication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8135" y="4096511"/>
            <a:ext cx="4663440" cy="1783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04  ·  Risk &amp; Reporting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Deterministic 0–100 mathematical risk scoring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Findings catalog with line-accurate citations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Multi-format deployment reports (HTML, MD, JSON)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Verified on realistic evaluation 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Next: See It Run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Live demonstration on our evaluation repository, followed by future roadmap.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LIVE DEMO ARCHITECTURAL FLOW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Repository    →    Run Analysis    →    Parallel Agents    →    Critic Evidence    →    Risk Score    →    Fix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07792"/>
            <a:ext cx="101800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DEMONSTRATION SEQUENCE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1. Select Evaluation Repository — Target local demo-repos/deploysafe-analysis-demo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2. Trigger Multi-Agent Pipeline — Watch real-time execution status across all 6 domain agents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3. Review Chroma Vector RAG Context — Observe semantic retrieval from project documentation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4. Inspect Critic-Validated Findings — Review verified findings with line-accurate file citations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5. Examine Deterministic Risk Score — Understand the 100 / 100 CRITICAL score calculation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6. Export Multi-Format Deployment Report — Inspect generated HTML, Markdown, and JSON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4068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559552"/>
            <a:ext cx="101800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Next development (Phases 5 &amp; 6): GitHub Actions CI workflow integration, automated PR commenting bot, and benchmark evaluations.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DeploySafe  ·  Agentic AI  ·  CSE3101</a:t>
            </a:r>
            <a:r>
              <a:t>                                                                                     </a:t>
            </a:r>
            <a:r>
              <a:rPr sz="1000" b="1">
                <a:solidFill>
                  <a:srgbClr val="475569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